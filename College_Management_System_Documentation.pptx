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College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Technical Documentation</a:t>
            </a:r>
          </a:p>
          <a:p>
            <a:r>
              <a:t>Spring Boot REST API with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RESTful API for managing college operations</a:t>
            </a:r>
          </a:p>
          <a:p>
            <a:pPr/>
            <a:r>
              <a:t>Built with Spring Boot 4.0.1 and Java 17</a:t>
            </a:r>
          </a:p>
          <a:p>
            <a:pPr/>
            <a:r>
              <a:t>PostgreSQL database with Flyway migrations</a:t>
            </a:r>
          </a:p>
          <a:p>
            <a:pPr/>
            <a:r>
              <a:t>Swagger UI for API documentation</a:t>
            </a:r>
          </a:p>
          <a:p>
            <a:pPr/>
            <a:r>
              <a:t>Manages Students, Courses, Enrollments, and Payments</a:t>
            </a:r>
          </a:p>
          <a:p>
            <a:pPr/>
            <a:r>
              <a:t>Production-ready CRUD operations with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Framework: Spring Boot 4.0.1</a:t>
            </a:r>
          </a:p>
          <a:p>
            <a:pPr/>
            <a:r>
              <a:t>Language: Java 17</a:t>
            </a:r>
          </a:p>
          <a:p>
            <a:pPr/>
            <a:r>
              <a:t>Database: PostgreSQL</a:t>
            </a:r>
          </a:p>
          <a:p>
            <a:pPr/>
            <a:r>
              <a:t>ORM: Spring Data JPA / Hibernate</a:t>
            </a:r>
          </a:p>
          <a:p>
            <a:pPr/>
            <a:r>
              <a:t>Build Tool: Maven</a:t>
            </a:r>
          </a:p>
          <a:p>
            <a:pPr/>
            <a:r>
              <a:t>API Documentation: SpringDoc OpenAPI 3 (Swagger UI)</a:t>
            </a:r>
          </a:p>
          <a:p>
            <a:pPr/>
            <a:r>
              <a:t>Validation: Jakarta Validation</a:t>
            </a:r>
          </a:p>
          <a:p>
            <a:pPr/>
            <a:r>
              <a:t>Code Generation: Lombok</a:t>
            </a:r>
          </a:p>
          <a:p>
            <a:pPr/>
            <a:r>
              <a:t>Port: 8082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- Layered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Controller Layer: REST endpoints handling HTTP requests</a:t>
            </a:r>
          </a:p>
          <a:p>
            <a:pPr/>
            <a:r>
              <a:t>Service Layer: Business logic and transaction management</a:t>
            </a:r>
          </a:p>
          <a:p>
            <a:pPr/>
            <a:r>
              <a:t>Repository Layer: Data access using Spring Data JPA</a:t>
            </a:r>
          </a:p>
          <a:p>
            <a:pPr/>
            <a:r>
              <a:t>Entity Layer: JPA entities mapped to database tables</a:t>
            </a:r>
          </a:p>
          <a:p>
            <a:pPr/>
            <a:r>
              <a:t>Configuration Layer: OpenAPI/Swagger setup</a:t>
            </a:r>
          </a:p>
          <a:p>
            <a:pPr/>
          </a:p>
          <a:p>
            <a:pPr/>
            <a:r>
              <a:t>Pattern: MVC (Model-View-Controller) with REST</a:t>
            </a:r>
          </a:p>
          <a:p>
            <a:pPr/>
            <a:r>
              <a:t>Database Schema: 'college' in PostgreSQL 'collegedb'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Schema: college</a:t>
            </a:r>
          </a:p>
          <a:p>
            <a:pPr/>
          </a:p>
          <a:p>
            <a:pPr/>
            <a:r>
              <a:t>Tables:</a:t>
            </a:r>
          </a:p>
          <a:p>
            <a:pPr/>
            <a:r>
              <a:t>  • student (id, name, address, phone_number)</a:t>
            </a:r>
          </a:p>
          <a:p>
            <a:pPr/>
            <a:r>
              <a:t>  • course (id, title, code)</a:t>
            </a:r>
          </a:p>
          <a:p>
            <a:pPr/>
            <a:r>
              <a:t>  • enrollment (id, student_id, course_id, enrollment_date, enrollment_status)</a:t>
            </a:r>
          </a:p>
          <a:p>
            <a:pPr/>
            <a:r>
              <a:t>  • payment (id, enroll_id, student_phone_number, payment_date, payment_status, amount)</a:t>
            </a:r>
          </a:p>
          <a:p>
            <a:pPr/>
          </a:p>
          <a:p>
            <a:pPr/>
            <a:r>
              <a:t>Relationships:</a:t>
            </a:r>
          </a:p>
          <a:p>
            <a:pPr/>
            <a:r>
              <a:t>  • Student 1:N Enrollment</a:t>
            </a:r>
          </a:p>
          <a:p>
            <a:pPr/>
            <a:r>
              <a:t>  • Course 1:N Enrollment</a:t>
            </a:r>
          </a:p>
          <a:p>
            <a:pPr/>
            <a:r>
              <a:t>  • Enrollment 1:N Payment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Entity: Student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Table: college.student</a:t>
            </a:r>
          </a:p>
          <a:p>
            <a:pPr/>
          </a:p>
          <a:p>
            <a:pPr/>
            <a:r>
              <a:t>Fields:</a:t>
            </a:r>
          </a:p>
          <a:p>
            <a:pPr/>
            <a:r>
              <a:t>  • id (Long, Primary Key, Auto-generated)</a:t>
            </a:r>
          </a:p>
          <a:p>
            <a:pPr/>
            <a:r>
              <a:t>  • name (String, required)</a:t>
            </a:r>
          </a:p>
          <a:p>
            <a:pPr/>
            <a:r>
              <a:t>  • address (String)</a:t>
            </a:r>
          </a:p>
          <a:p>
            <a:pPr/>
            <a:r>
              <a:t>  • phoneNumber (String, required)</a:t>
            </a:r>
          </a:p>
          <a:p>
            <a:pPr/>
          </a:p>
          <a:p>
            <a:pPr/>
            <a:r>
              <a:t>Business Rules:</a:t>
            </a:r>
          </a:p>
          <a:p>
            <a:pPr/>
            <a:r>
              <a:t>  • Phone number stored as String (supports country codes)</a:t>
            </a:r>
          </a:p>
          <a:p>
            <a:pPr/>
            <a:r>
              <a:t>  • Used as unique identifier for payment lookup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Entity: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Table: college.course</a:t>
            </a:r>
          </a:p>
          <a:p>
            <a:pPr/>
          </a:p>
          <a:p>
            <a:pPr/>
            <a:r>
              <a:t>Fields:</a:t>
            </a:r>
          </a:p>
          <a:p>
            <a:pPr/>
            <a:r>
              <a:t>  • id (Long, Primary Key, Auto-generated)</a:t>
            </a:r>
          </a:p>
          <a:p>
            <a:pPr/>
            <a:r>
              <a:t>  • title (String, required)</a:t>
            </a:r>
          </a:p>
          <a:p>
            <a:pPr/>
            <a:r>
              <a:t>  • code (String, required, unique course identifier)</a:t>
            </a:r>
          </a:p>
          <a:p>
            <a:pPr/>
          </a:p>
          <a:p>
            <a:pPr/>
            <a:r>
              <a:t>Example:</a:t>
            </a:r>
          </a:p>
          <a:p>
            <a:pPr/>
            <a:r>
              <a:t>  • title: 'Mathematics'</a:t>
            </a:r>
          </a:p>
          <a:p>
            <a:pPr/>
            <a:r>
              <a:t>  • code: 'MATH-101'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Entity: Enrollment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Table: college.enrollment</a:t>
            </a:r>
          </a:p>
          <a:p>
            <a:pPr/>
          </a:p>
          <a:p>
            <a:pPr/>
            <a:r>
              <a:t>Fields:</a:t>
            </a:r>
          </a:p>
          <a:p>
            <a:pPr/>
            <a:r>
              <a:t>  • id (Long, Primary Key)</a:t>
            </a:r>
          </a:p>
          <a:p>
            <a:pPr/>
            <a:r>
              <a:t>  • student (ManyToOne relationship)</a:t>
            </a:r>
          </a:p>
          <a:p>
            <a:pPr/>
            <a:r>
              <a:t>  • course (ManyToOne relationship)</a:t>
            </a:r>
          </a:p>
          <a:p>
            <a:pPr/>
            <a:r>
              <a:t>  • enrollmentDate (LocalDate, required)</a:t>
            </a:r>
          </a:p>
          <a:p>
            <a:pPr/>
            <a:r>
              <a:t>  • enrollmentStatus (Enum: PENDING, ACTIVE, COMPLETED, CANCELLED)</a:t>
            </a:r>
          </a:p>
          <a:p>
            <a:pPr/>
          </a:p>
          <a:p>
            <a:pPr/>
            <a:r>
              <a:t>Business Rules:</a:t>
            </a:r>
          </a:p>
          <a:p>
            <a:pPr/>
            <a:r>
              <a:t>  • New enrollments start as PENDING</a:t>
            </a:r>
          </a:p>
          <a:p>
            <a:pPr/>
            <a:r>
              <a:t>  • Status becomes ACTIVE after successful payment</a:t>
            </a:r>
          </a:p>
          <a:p>
            <a:pPr/>
            <a:r>
              <a:t>  • Status managed automatically by PaymentService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Entity: Payment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Table: college.payment</a:t>
            </a:r>
          </a:p>
          <a:p>
            <a:pPr/>
          </a:p>
          <a:p>
            <a:pPr/>
            <a:r>
              <a:t>Fields:</a:t>
            </a:r>
          </a:p>
          <a:p>
            <a:pPr/>
            <a:r>
              <a:t>  • id (Long, Primary Key)</a:t>
            </a:r>
          </a:p>
          <a:p>
            <a:pPr/>
            <a:r>
              <a:t>  • enrollment (ManyToOne, required - foreign key)</a:t>
            </a:r>
          </a:p>
          <a:p>
            <a:pPr/>
            <a:r>
              <a:t>  • studentPhoneNumber (String, for search/compatibility)</a:t>
            </a:r>
          </a:p>
          <a:p>
            <a:pPr/>
            <a:r>
              <a:t>  • paymentDate (LocalDate)</a:t>
            </a:r>
          </a:p>
          <a:p>
            <a:pPr/>
            <a:r>
              <a:t>  • paymentStatus (Enum: PENDING, SUCCESS, FAILED)</a:t>
            </a:r>
          </a:p>
          <a:p>
            <a:pPr/>
            <a:r>
              <a:t>  • amount (Double, required)</a:t>
            </a:r>
          </a:p>
          <a:p>
            <a:pPr/>
          </a:p>
          <a:p>
            <a:pPr/>
            <a:r>
              <a:t>Business Logic:</a:t>
            </a:r>
          </a:p>
          <a:p>
            <a:pPr/>
            <a:r>
              <a:t>  • Payment SUCCESS triggers enrollment status → ACTIVE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API: Student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Path: /students</a:t>
            </a:r>
          </a:p>
          <a:p>
            <a:pPr/>
          </a:p>
          <a:p>
            <a:pPr/>
            <a:r>
              <a:t>GET /students - List all students</a:t>
            </a:r>
          </a:p>
          <a:p>
            <a:pPr/>
            <a:r>
              <a:t>GET /students/{id} - Get student by ID</a:t>
            </a:r>
          </a:p>
          <a:p>
            <a:pPr/>
            <a:r>
              <a:t>GET /students/by-phone?phoneNumber={phone} - Get by phone</a:t>
            </a:r>
          </a:p>
          <a:p>
            <a:pPr/>
            <a:r>
              <a:t>POST /students - Create new student (201 Created)</a:t>
            </a:r>
          </a:p>
          <a:p>
            <a:pPr/>
            <a:r>
              <a:t>PUT /students/{id} - Update student</a:t>
            </a:r>
          </a:p>
          <a:p>
            <a:pPr/>
            <a:r>
              <a:t>DELETE /students/{id} - Delete student (204 No Content)</a:t>
            </a:r>
          </a:p>
          <a:p>
            <a:pPr/>
          </a:p>
          <a:p>
            <a:pPr/>
            <a:r>
              <a:t>Request Body: { name, address, phoneNumber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API: Course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Path: /courses</a:t>
            </a:r>
          </a:p>
          <a:p>
            <a:pPr/>
          </a:p>
          <a:p>
            <a:pPr/>
            <a:r>
              <a:t>GET /courses - List all courses</a:t>
            </a:r>
          </a:p>
          <a:p>
            <a:pPr/>
            <a:r>
              <a:t>GET /courses/{id} - Get course by ID</a:t>
            </a:r>
          </a:p>
          <a:p>
            <a:pPr/>
            <a:r>
              <a:t>POST /courses - Create new course (201 Created)</a:t>
            </a:r>
          </a:p>
          <a:p>
            <a:pPr/>
            <a:r>
              <a:t>PUT /courses/{id} - Update course</a:t>
            </a:r>
          </a:p>
          <a:p>
            <a:pPr/>
            <a:r>
              <a:t>DELETE /courses/{id} - Delete course (204 No Content)</a:t>
            </a:r>
          </a:p>
          <a:p>
            <a:pPr/>
          </a:p>
          <a:p>
            <a:pPr/>
            <a:r>
              <a:t>Request Body: { title, code }</a:t>
            </a:r>
          </a:p>
          <a:p>
            <a:pPr/>
          </a:p>
          <a:p>
            <a:pPr/>
            <a:r>
              <a:t>Example: { "title": "Mathematics", "code": "MATH-101"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API: Enrollment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Path: /enrollments</a:t>
            </a:r>
          </a:p>
          <a:p>
            <a:pPr/>
          </a:p>
          <a:p>
            <a:pPr/>
            <a:r>
              <a:t>GET /enrollments - List all enrollments</a:t>
            </a:r>
          </a:p>
          <a:p>
            <a:pPr/>
            <a:r>
              <a:t>GET /enrollments/{id} - Get enrollment by ID</a:t>
            </a:r>
          </a:p>
          <a:p>
            <a:pPr/>
            <a:r>
              <a:t>POST /enrollments - Create enrollment (201 Created)</a:t>
            </a:r>
          </a:p>
          <a:p>
            <a:pPr/>
            <a:r>
              <a:t>PUT /enrollments/{id} - Update enrollment</a:t>
            </a:r>
          </a:p>
          <a:p>
            <a:pPr/>
            <a:r>
              <a:t>DELETE /enrollments/{id} - Delete enrollment (204 No Content)</a:t>
            </a:r>
          </a:p>
          <a:p>
            <a:pPr/>
          </a:p>
          <a:p>
            <a:pPr/>
            <a:r>
              <a:t>Request Body: { studentId, courseId, enrollmentDate }</a:t>
            </a:r>
          </a:p>
          <a:p>
            <a:pPr/>
            <a:r>
              <a:t>  • enrollmentDate defaults to today if omitted</a:t>
            </a:r>
          </a:p>
          <a:p>
            <a:pPr/>
            <a:r>
              <a:t>  • Initial status: PENDING (auto-managed)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API: Payment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Path: /payments</a:t>
            </a:r>
          </a:p>
          <a:p>
            <a:pPr/>
          </a:p>
          <a:p>
            <a:pPr/>
            <a:r>
              <a:t>GET /payments - List all payments</a:t>
            </a:r>
          </a:p>
          <a:p>
            <a:pPr/>
            <a:r>
              <a:t>GET /payments/{id} - Get payment by ID</a:t>
            </a:r>
          </a:p>
          <a:p>
            <a:pPr/>
            <a:r>
              <a:t>POST /payments - Create payment (201 Created)</a:t>
            </a:r>
          </a:p>
          <a:p>
            <a:pPr/>
            <a:r>
              <a:t>PUT /payments/{id} - Update payment</a:t>
            </a:r>
          </a:p>
          <a:p>
            <a:pPr/>
            <a:r>
              <a:t>DELETE /payments/{id} - Delete payment (204 No Content)</a:t>
            </a:r>
          </a:p>
          <a:p>
            <a:pPr/>
          </a:p>
          <a:p>
            <a:pPr/>
            <a:r>
              <a:t>Request Body: { enrollmentId, paymentDate, amount }</a:t>
            </a:r>
          </a:p>
          <a:p>
            <a:pPr/>
            <a:r>
              <a:t>Response: { id, enrollmentId, studentPhoneNumber, paymentDate,</a:t>
            </a:r>
          </a:p>
          <a:p>
            <a:pPr/>
            <a:r>
              <a:t>           paymentStatus, amount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Logic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Enrollment Status Management:</a:t>
            </a:r>
          </a:p>
          <a:p>
            <a:pPr/>
            <a:r>
              <a:t>  • New enrollment → PENDING status</a:t>
            </a:r>
          </a:p>
          <a:p>
            <a:pPr/>
            <a:r>
              <a:t>  • Cannot manually set status via API</a:t>
            </a:r>
          </a:p>
          <a:p>
            <a:pPr/>
            <a:r>
              <a:t>  • Payment with SUCCESS status → Enrollment becomes ACTIVE</a:t>
            </a:r>
          </a:p>
          <a:p>
            <a:pPr/>
          </a:p>
          <a:p>
            <a:pPr/>
            <a:r>
              <a:t>Payment Processing:</a:t>
            </a:r>
          </a:p>
          <a:p>
            <a:pPr/>
            <a:r>
              <a:t>  • Must link to existing enrollment</a:t>
            </a:r>
          </a:p>
          <a:p>
            <a:pPr/>
            <a:r>
              <a:t>  • Auto-populates student phone from enrollment</a:t>
            </a:r>
          </a:p>
          <a:p>
            <a:pPr/>
            <a:r>
              <a:t>  • Payment date defaults to today if omitted</a:t>
            </a:r>
          </a:p>
          <a:p>
            <a:pPr/>
          </a:p>
          <a:p>
            <a:pPr/>
            <a:r>
              <a:t>Data Integrity:</a:t>
            </a:r>
          </a:p>
          <a:p>
            <a:pPr/>
            <a:r>
              <a:t>  • Foreign key validation on create/update</a:t>
            </a:r>
          </a:p>
          <a:p>
            <a:pPr/>
            <a:r>
              <a:t>  • Throws IllegalArgumentException for invalid references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&amp;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 Prerequisites:</a:t>
            </a:r>
          </a:p>
          <a:p>
            <a:pPr/>
            <a:r>
              <a:t>  1. Install PostgreSQL</a:t>
            </a:r>
          </a:p>
          <a:p>
            <a:pPr/>
            <a:r>
              <a:t>  2. Create database: collegedb</a:t>
            </a:r>
          </a:p>
          <a:p>
            <a:pPr/>
            <a:r>
              <a:t>  3. Credentials (application.yml): postgres/postgres</a:t>
            </a:r>
          </a:p>
          <a:p>
            <a:pPr/>
          </a:p>
          <a:p>
            <a:pPr/>
            <a:r>
              <a:t>Application Configuration:</a:t>
            </a:r>
          </a:p>
          <a:p>
            <a:pPr/>
            <a:r>
              <a:t>  • Port: 8082</a:t>
            </a:r>
          </a:p>
          <a:p>
            <a:pPr/>
            <a:r>
              <a:t>  • Database: jdbc:postgresql://localhost:5432/collegedb</a:t>
            </a:r>
          </a:p>
          <a:p>
            <a:pPr/>
            <a:r>
              <a:t>  • Flyway: Auto-creates schema &amp; tables on startup</a:t>
            </a:r>
          </a:p>
          <a:p>
            <a:pPr/>
          </a:p>
          <a:p>
            <a:pPr/>
            <a:r>
              <a:t>Run Application:</a:t>
            </a:r>
          </a:p>
          <a:p>
            <a:pPr/>
            <a:r>
              <a:t>  mvn spring-boot:run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Documentation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Swagger UI (Interactive):</a:t>
            </a:r>
          </a:p>
          <a:p>
            <a:pPr/>
            <a:r>
              <a:t>  http://localhost:8082/swagger-ui</a:t>
            </a:r>
          </a:p>
          <a:p>
            <a:pPr/>
          </a:p>
          <a:p>
            <a:pPr/>
            <a:r>
              <a:t>OpenAPI Specification:</a:t>
            </a:r>
          </a:p>
          <a:p>
            <a:pPr/>
            <a:r>
              <a:t>  http://localhost:8082/v3/api-docs</a:t>
            </a:r>
          </a:p>
          <a:p>
            <a:pPr/>
          </a:p>
          <a:p>
            <a:pPr/>
            <a:r>
              <a:t>Features:</a:t>
            </a:r>
          </a:p>
          <a:p>
            <a:pPr/>
            <a:r>
              <a:t>  • Try out API endpoints directly in browser</a:t>
            </a:r>
          </a:p>
          <a:p>
            <a:pPr/>
            <a:r>
              <a:t>  • View request/response schemas</a:t>
            </a:r>
          </a:p>
          <a:p>
            <a:pPr/>
            <a:r>
              <a:t>  • Auto-generated from code annotations</a:t>
            </a:r>
          </a:p>
          <a:p>
            <a:pPr/>
            <a:r>
              <a:t>  • Organized by tags: Students, Courses, Enrollments, Payments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com.college.cms</a:t>
            </a:r>
          </a:p>
          <a:p>
            <a:pPr/>
            <a:r>
              <a:t>├── CollegeManagementApplication.java (Main class)</a:t>
            </a:r>
          </a:p>
          <a:p>
            <a:pPr/>
            <a:r>
              <a:t>├── config/</a:t>
            </a:r>
          </a:p>
          <a:p>
            <a:pPr/>
            <a:r>
              <a:t>│   ├── OpenApiConfig.java</a:t>
            </a:r>
          </a:p>
          <a:p>
            <a:pPr/>
            <a:r>
              <a:t>│   └── SwaggerTagOrderConfig.java</a:t>
            </a:r>
          </a:p>
          <a:p>
            <a:pPr/>
            <a:r>
              <a:t>├── controller/ (REST endpoints)</a:t>
            </a:r>
          </a:p>
          <a:p>
            <a:pPr/>
            <a:r>
              <a:t>│   ├── StudentController.java</a:t>
            </a:r>
          </a:p>
          <a:p>
            <a:pPr/>
            <a:r>
              <a:t>│   ├── CourseController.java</a:t>
            </a:r>
          </a:p>
          <a:p>
            <a:pPr/>
            <a:r>
              <a:t>│   ├── EnrollmentController.java</a:t>
            </a:r>
          </a:p>
          <a:p>
            <a:pPr/>
            <a:r>
              <a:t>│   └── PaymentController.java</a:t>
            </a:r>
          </a:p>
          <a:p>
            <a:pPr/>
            <a:r>
              <a:t>├── service/ (Business logic)</a:t>
            </a:r>
          </a:p>
          <a:p>
            <a:pPr/>
            <a:r>
              <a:t>├── repo/ (Data access - JpaRepository)</a:t>
            </a:r>
          </a:p>
          <a:p>
            <a:pPr/>
            <a:r>
              <a:t>└── entity/ (JPA entities)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Maven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spring-boot-starter-web - REST API support</a:t>
            </a:r>
          </a:p>
          <a:p>
            <a:pPr/>
            <a:r>
              <a:t>spring-boot-starter-data-jpa - Database ORM</a:t>
            </a:r>
          </a:p>
          <a:p>
            <a:pPr/>
            <a:r>
              <a:t>spring-boot-starter-validation - Input validation</a:t>
            </a:r>
          </a:p>
          <a:p>
            <a:pPr/>
            <a:r>
              <a:t>postgresql - PostgreSQL JDBC driver</a:t>
            </a:r>
          </a:p>
          <a:p>
            <a:pPr/>
            <a:r>
              <a:t>springdoc-openapi-starter-webmvc-ui (2.8.3) - Swagger</a:t>
            </a:r>
          </a:p>
          <a:p>
            <a:pPr/>
            <a:r>
              <a:t>lombok - Code generation (@Data, @Builder, etc.)</a:t>
            </a:r>
          </a:p>
          <a:p>
            <a:pPr/>
          </a:p>
          <a:p>
            <a:pPr/>
            <a:r>
              <a:t>Build:</a:t>
            </a:r>
          </a:p>
          <a:p>
            <a:pPr/>
            <a:r>
              <a:t>  • Maven</a:t>
            </a:r>
          </a:p>
          <a:p>
            <a:pPr/>
            <a:r>
              <a:t>  • Java 17</a:t>
            </a:r>
          </a:p>
          <a:p>
            <a:pPr/>
            <a:r>
              <a:t>  • Spring Boot 4.0.1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Patterns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Separation of Concerns:</a:t>
            </a:r>
          </a:p>
          <a:p>
            <a:pPr/>
            <a:r>
              <a:t>  • Controllers: Handle HTTP, validation</a:t>
            </a:r>
          </a:p>
          <a:p>
            <a:pPr/>
            <a:r>
              <a:t>  • Services: Business logic, transactions</a:t>
            </a:r>
          </a:p>
          <a:p>
            <a:pPr/>
            <a:r>
              <a:t>  • Repositories: Data access only</a:t>
            </a:r>
          </a:p>
          <a:p>
            <a:pPr/>
          </a:p>
          <a:p>
            <a:pPr/>
            <a:r>
              <a:t>Data Validation:</a:t>
            </a:r>
          </a:p>
          <a:p>
            <a:pPr/>
            <a:r>
              <a:t>  • @Valid annotations on request bodies</a:t>
            </a:r>
          </a:p>
          <a:p>
            <a:pPr/>
            <a:r>
              <a:t>  • @NotBlank, @NotNull constraints</a:t>
            </a:r>
          </a:p>
          <a:p>
            <a:pPr/>
            <a:r>
              <a:t>  • Custom validation in service layer</a:t>
            </a:r>
          </a:p>
          <a:p>
            <a:pPr/>
          </a:p>
          <a:p>
            <a:pPr/>
            <a:r>
              <a:t>API Design:</a:t>
            </a:r>
          </a:p>
          <a:p>
            <a:pPr/>
            <a:r>
              <a:t>  • RESTful principles</a:t>
            </a:r>
          </a:p>
          <a:p>
            <a:pPr/>
            <a:r>
              <a:t>  • Proper HTTP status codes (201, 204, etc.)</a:t>
            </a:r>
          </a:p>
          <a:p>
            <a:pPr/>
            <a:r>
              <a:t>  • Descriptive error messages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Potential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Security:</a:t>
            </a:r>
          </a:p>
          <a:p>
            <a:pPr/>
            <a:r>
              <a:t>  • Spring Security for authentication/authorization</a:t>
            </a:r>
          </a:p>
          <a:p>
            <a:pPr/>
            <a:r>
              <a:t>  • JWT token-based API access</a:t>
            </a:r>
          </a:p>
          <a:p>
            <a:pPr/>
          </a:p>
          <a:p>
            <a:pPr/>
            <a:r>
              <a:t>Features:</a:t>
            </a:r>
          </a:p>
          <a:p>
            <a:pPr/>
            <a:r>
              <a:t>  • Pagination for list endpoints</a:t>
            </a:r>
          </a:p>
          <a:p>
            <a:pPr/>
            <a:r>
              <a:t>  • Search and filtering capabilities</a:t>
            </a:r>
          </a:p>
          <a:p>
            <a:pPr/>
            <a:r>
              <a:t>  • Email notifications for enrollment/payment</a:t>
            </a:r>
          </a:p>
          <a:p>
            <a:pPr/>
            <a:r>
              <a:t>  • Grade management module</a:t>
            </a:r>
          </a:p>
          <a:p>
            <a:pPr/>
            <a:r>
              <a:t>  • Attendance tracking</a:t>
            </a:r>
          </a:p>
          <a:p>
            <a:pPr/>
          </a:p>
          <a:p>
            <a:pPr/>
            <a:r>
              <a:t>Technical:</a:t>
            </a:r>
          </a:p>
          <a:p>
            <a:pPr/>
            <a:r>
              <a:t>  • Caching (Redis)</a:t>
            </a:r>
          </a:p>
          <a:p>
            <a:pPr/>
            <a:r>
              <a:t>  • API rate limiting</a:t>
            </a:r>
          </a:p>
          <a:p>
            <a:pPr/>
            <a:r>
              <a:t>  • Comprehensive unit &amp; integration tests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Files:</a:t>
            </a:r>
          </a:p>
          <a:p>
            <a:pPr/>
            <a:r>
              <a:t>  • README.md - Setup instructions</a:t>
            </a:r>
          </a:p>
          <a:p>
            <a:pPr/>
            <a:r>
              <a:t>  • pom.xml - Maven configuration</a:t>
            </a:r>
          </a:p>
          <a:p>
            <a:pPr/>
          </a:p>
          <a:p>
            <a:pPr/>
            <a:r>
              <a:t>API Documentation:</a:t>
            </a:r>
          </a:p>
          <a:p>
            <a:pPr/>
            <a:r>
              <a:t>  • Swagger UI: http://localhost:8082/swagger-ui</a:t>
            </a:r>
          </a:p>
          <a:p>
            <a:pPr/>
            <a:r>
              <a:t>  • OpenAPI Spec: http://localhost:8082/v3/api-docs</a:t>
            </a:r>
          </a:p>
          <a:p>
            <a:pPr/>
          </a:p>
          <a:p>
            <a:pPr/>
            <a:r>
              <a:t>Technology References:</a:t>
            </a:r>
          </a:p>
          <a:p>
            <a:pPr/>
            <a:r>
              <a:t>  • Spring Boot: https://spring.io/projects/spring-boot</a:t>
            </a:r>
          </a:p>
          <a:p>
            <a:pPr/>
            <a:r>
              <a:t>  • SpringDoc OpenAPI: https://springdoc.org</a:t>
            </a:r>
          </a:p>
          <a:p>
            <a:pPr/>
            <a:r>
              <a:t>  • PostgreSQL: https://www.postgresql.org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